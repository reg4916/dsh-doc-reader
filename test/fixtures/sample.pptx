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NOTES-MARKER: Заметки докладчика для первого слайда.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SLIDE-1-TITLE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BULLET-1-A</a:t>
            </a:r>
          </a:p>
          <a:p>
            <a:r>
              <a:t>BULLET-1-B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SLIDE-2-TITLE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BULLET-2-A</a:t>
            </a:r>
          </a:p>
          <a:p>
            <a:r>
              <a:t>BULLET-2-B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SLIDE-3-TITLE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BULLET-3-A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